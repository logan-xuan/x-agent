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2026年AI发展趋势深度研究报告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96969"/>
                </a:solidFill>
              </a:rPr>
              <a:t>人工智能发展新纪元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0"/>
            <a:ext cx="8229600" cy="1828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基于对当前AI发展趋势的分析，结合权威机构发布的预测，深度探讨2026年AI发展的主要趋势和前景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引言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2025年是AI应用加速落地的一年，各大企业和研究机构纷纷推出自己的AI产品和服务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展望2026年，人工智能的发展将继续深化，从技术创新到应用场景都将迎来新的变革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本报告深度探讨2026年AI发展的主要趋势和前景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2026年AI八大主要趋势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1. AI治理全球化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2. 智能算力规模化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3. 应用主流化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4. 多模态实用化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5. 原生AI终端硬件普及化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6. AI Agent技术成熟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7. 世界模型成为AGI共识方向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8. 云3.0时代到来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趋势一：AI治理全球化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AI治理已成为全球发展议程的核心议题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各国政府和国际组织加强合作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制定统一的AI伦理标准和监管框架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推动人工智能健康发展，促进世界经济增长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趋势二：智能算力规模化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关键产业要素供给进一步增强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国产AI芯片领域针对特定场景的规模化应用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全国一体化算力网建设推动算力基础设施协同升级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实现资源的高效配置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趋势三：应用主流化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AI应用发展范式从追求通用能力转向深入解决垂直领域行业痛点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AI智能体全面走进各种应用场景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成为各行各业数字化转型的重要驱动力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预计2026年国内人工智能核心产业规模突破1.2万亿元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趋势四：多模态实用化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核心技术从'专用工具'向'通用智能伙伴'跨越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'世界模型'技术发展助力AI从感知智能向决策智能演进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AI系统能够更好地理解和适应复杂的现实环境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趋势五：原生AI终端硬件普及化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新一代智能终端与沉浸式体验消费场景深度融合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终端硬件从'工具适配'转向'原生AI设计'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为用户提供更加智能化的交互体验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趋势六：AI Agent技术成熟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具备自主性、能举一反三和长期记忆特征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推动信息智能、物理智能与生物智能的融合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为各行业提供更加智能化的解决方案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趋势七：世界模型成为AGI共识方向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世界模型已成为通往通用人工智能(AGI)的共识方向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Next-State Prediction有望成为新的技术范式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AI系统能够更好地理解和预测物理世界的运行规律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趋势八：云3.0时代到来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以混合云、边缘计算和分布式架构为核心特征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为AI应用提供更加灵活、高效的基础设施支持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技术预测：智能体AI的崛起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2026年将是智能体AI快速发展的一年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具备更强的自主性和适应性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能够在复杂环境中独立完成任务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不仅能处理大量数据，还能从经验中学习并改进自身性能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专业能力的转型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未来AI开发的专业能力核心将转向系统思维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AI与智能体编排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对复杂自主流程和工具链的管理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传统编程技能将与AI协作，形成新的开发模式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算力与应用的平衡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AI应用市场增长率: 48.3%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算力市场增长率: 22.5%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行业重心正在从基础设施建设转向实际应用价值创造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应用领域展望：企业服务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AI智能客服等企业服务应用继续扩大市场份额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美洽科技大模型获客机器人已服务超过400,000家企业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显示AI在企业服务领域的巨大潜力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应用领域展望：消费级应用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原生AI终端硬件普及推动消费级AI应用爆发式增长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从智能手机到智能家居，AI成为日常生活的组成部分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应用领域展望：行业解决方案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垂直行业的AI解决方案更加成熟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金融、医疗、制造、教育等领域深度融入业务流程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提供专业化服务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挑战与机遇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挑战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AI治理和监管框架建立仍面临挑战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数据隐私和安全问题需要持续关注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技术标准化和互操作性有待提高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人才培养和技能转型压力增大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机遇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全球AI市场规模持续扩大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新兴技术融合创造更多可能性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垂直行业数字化转型需求旺盛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• 国产AI技术和产业生态逐步完善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结论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2026年将是人工智能发展的重要转折点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从技术探索到应用落地的转变将进一步加速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AI治理全球化、智能算力规模化、应用主流化等趋势将共同塑造AI发展的新格局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随着世界模型、AI Agent等前沿技术的成熟，人工智能有望在更多领域实现突破性进展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从业者和投资者应重点关注AI应用落地的机会，同时密切关注AI治理和技术标准化的进展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AI Assistant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虾铁蛋</dc:creator>
  <cp:lastModifiedBy>虾铁蛋</cp:lastModifiedBy>
  <cp:revision>1.0</cp:revision>
  <dcterms:created xsi:type="dcterms:W3CDTF">2026-02-25T06:11:10Z</dcterms:created>
  <dcterms:modified xsi:type="dcterms:W3CDTF">2026-02-25T06:11:10Z</dcterms:modified>
</cp:coreProperties>
</file>