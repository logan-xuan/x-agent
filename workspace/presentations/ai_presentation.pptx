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solidFill>
            <a:srgbClr val="2A529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人工智能 (AI)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solidFill>
            <a:srgbClr val="2A529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探索智能科技的未来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5298"/>
                </a:solidFill>
              </a:rPr>
              <a:t>什么是人工智能？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人工智能(AI)是指由人类创造的机器所表现出来的智能行为。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它是研究、开发用于模拟、延伸和扩展人的智能的理论、方法、技术及应用系统的一门新的技术科学。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5298"/>
                </a:solidFill>
              </a:rPr>
              <a:t>AI发展历程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1956年：达特茅斯会议标志着AI领域的诞生
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1960-70年代：早期AI研究与期望过高导致第一次AI寒冬
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1980年代：专家系统的兴起
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1990年代-2000年代：机器学习开始发展
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2010年代至今：深度学习革命与AI的大规模应用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5298"/>
                </a:solidFill>
              </a:rPr>
              <a:t>核心技术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5029200" cy="36576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机器学习
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深度学习
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自然语言处理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0" y="1828800"/>
            <a:ext cx="5029200" cy="36576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计算机视觉
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强化学习
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知识图谱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5298"/>
                </a:solidFill>
              </a:rPr>
              <a:t>应用场景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5029200" cy="36576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医疗健康
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金融服务
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智能制造
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自动驾驶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0" y="1828800"/>
            <a:ext cx="5029200" cy="36576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教育培训
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零售电商
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智能客服
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游戏娱乐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5298"/>
                </a:solidFill>
              </a:rPr>
              <a:t>AI的优势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5029200" cy="36576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提高效率
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减少错误
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24小时服务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0" y="1828800"/>
            <a:ext cx="5029200" cy="36576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数据分析能力
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个性化体验
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创新可能性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5298"/>
                </a:solidFill>
              </a:rPr>
              <a:t>面临的挑战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数据隐私与安全
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算法偏见与公平性
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就业影响与社会伦理
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技术透明度与可解释性
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对齐问题与控制风险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solidFill>
            <a:srgbClr val="4A6FC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未来展望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solidFill>
            <a:srgbClr val="4A6FC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AGI(通用人工智能)的发展方向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solidFill>
            <a:srgbClr val="4A6FC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AI与其他前沿技术的融合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solidFill>
            <a:srgbClr val="4A6FC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负责任AI的发展路径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5298"/>
                </a:solidFill>
              </a:rPr>
              <a:t>总结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人工智能正在深刻改变我们的世界，为各行各业带来前所未有的机遇。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我们需要以负责任的态度推动AI技术的发展，确保其造福全人类。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828800"/>
          </a:xfrm>
          <a:prstGeom prst="rect">
            <a:avLst/>
          </a:prstGeom>
          <a:solidFill>
            <a:srgbClr val="2A529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谢谢观看！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solidFill>
            <a:srgbClr val="2A529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让我们共同迎接AI时代的到来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2026-02-18T14:14:35Z</dcterms:created>
  <dcterms:modified xsi:type="dcterms:W3CDTF">2026-02-18T14:14:35Z</dcterms:modified>
</cp:coreProperties>
</file>