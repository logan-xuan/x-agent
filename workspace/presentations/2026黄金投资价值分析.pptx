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8B"/>
                </a:solidFill>
              </a:rPr>
              <a:t>2026年黄金还值得投资吗？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B0082"/>
                </a:solidFill>
              </a:rPr>
              <a:t>黄金投资价值分析报告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2026年度投资策略专题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B"/>
                </a:solidFill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黄金投资概述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2026年经济环境分析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影响黄金价格的因素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4. 黄金与其他资产对比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5. 投资策略建议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6. 风险提示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7. 总结与展望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B"/>
                </a:solidFill>
              </a:rPr>
              <a:t>黄金投资概述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避险资产：在不确定时期保值增值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通胀对冲：抵御货币贬值风险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分散化投资：降低投资组合波动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流动性强：全球市场交易活跃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历史表现：长期保值功能显著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B"/>
                </a:solidFill>
              </a:rPr>
              <a:t>2026年经济环境分析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全球经济增长预期：温和复苏或面临挑战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通胀水平：各国央行政策分化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地缘政治风险：不确定性因素增加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货币政策：利率走势影响投资偏好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美元走势：对金价形成直接影响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B"/>
                </a:solidFill>
              </a:rPr>
              <a:t>影响黄金价格的主要因素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供需关系：开采量vs消费需求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央行储备：各国央行购金政策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投机需求：ETF持仓变化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美元指数：负相关关系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通胀预期：实际利率影响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避险情绪：市场恐慌指数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B"/>
                </a:solidFill>
              </a:rPr>
              <a:t>黄金与其他资产对比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资产类别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收益率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波动性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流动性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避险属性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黄金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中等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中高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强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股票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弱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债券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低中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低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中高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房地产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低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加密货币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极高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极高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弱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B"/>
                </a:solidFill>
              </a:rPr>
              <a:t>投资策略建议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配置比例：投资组合中占比5%-15%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分批建仓：避免一次性投入风险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长期持有：发挥保值增值功能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关注时机：结合技术面和基本面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多样化投资：实物金、纸黄金、黄金股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B"/>
                </a:solidFill>
              </a:rPr>
              <a:t>风险提示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价格波动：短期可能面临较大波动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机会成本：无利息收入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存储成本：实物黄金保管费用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流动性风险：特定情况下的变现难度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汇率风险：国际金价受美元影响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B"/>
                </a:solidFill>
              </a:rPr>
              <a:t>总结与展望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黄金作为避险资产地位稳固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2026年不确定性增加，利好黄金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建议适度配置，分散投资风险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关注美联储政策和地缘政治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长期看好黄金保值功能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Financial Consulting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2026年黄金投资价值分析</dc:title>
  <dc:subject>PptxGenJS Presentation</dc:subject>
  <dc:creator>Investment Analysis Team</dc:creator>
  <cp:lastModifiedBy>Investment Analysis Team</cp:lastModifiedBy>
  <cp:revision>1</cp:revision>
  <dcterms:created xsi:type="dcterms:W3CDTF">2026-02-19T08:38:24Z</dcterms:created>
  <dcterms:modified xsi:type="dcterms:W3CDTF">2026-02-19T08:38:24Z</dcterms:modified>
</cp:coreProperties>
</file>