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FFFFFF"/>
                </a:solidFill>
              </a:defRPr>
            </a:pPr>
            <a:r>
              <a:t>西安古都探秘之旅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CCCCCC"/>
                </a:solidFill>
              </a:defRPr>
            </a:pPr>
            <a:r>
              <a:t>杭州-西安五日游详细攻略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Travel Guide | 西安旅游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行程概览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第一天: 抵达西安，市区游览 - 钟鼓楼、回民街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第二天: 兵马俑 + 华清宫 - 世界文化遗产体验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第三天: 西安城墙 + 陕西历史博物馆 - 古都风貌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第四天: 大雁塔 + 大兴善寺 - 盛唐文化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第五天: 自由活动，返程回家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CCCCC"/>
                </a:solidFill>
              </a:defRPr>
            </a:pPr>
            <a:r>
              <a:t>Day 1-5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第一天：抵达西安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从杭州出发，乘机抵达西安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入住酒店，稍作休息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傍晚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游览钟鼓楼广场，品尝回民街小吃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第二天：世界文化遗产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参观秦始皇兵马俑博物馆 (游览约3小时)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游览华清宫，感受唐玄宗与杨贵妃的爱情故事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晚上 (可选)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观看《长恨歌》实景演出 (298元起)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第三天：古都风貌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参观西安城墙，骑行或步行体验明代城垣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游览陕西历史博物馆 (免费，需预约)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晚上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游览大唐不夜城，感受盛唐文化氛围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第四天：盛唐文化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参观大雁塔及北广场音乐喷泉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游览大兴善寺，体验佛教文化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傍晚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参观大唐芙蓉园，欣赏园林景观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第五天：返程 &amp; 旅行贴士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上午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自由活动，购买特产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下午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前往机场，返回杭州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000">
                <a:solidFill>
                  <a:srgbClr val="4A90E2"/>
                </a:solidFill>
              </a:defRPr>
            </a:pPr>
            <a:r>
              <a:t>旅行贴士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交通: 市内建议使用地铁和出租车，去临潼可乘坐旅游专线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美食: 肉夹馍、凉皮、羊肉泡馍、biáng biáng面、葫芦头等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住宿: 建议选择钟楼、大雁塔附近，交通便利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门票: 兵马俑120元，华清宫120元，西安城墙54元，陕历博免费(需预约)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西安主要景点分布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b="1" sz="1600">
                <a:solidFill>
                  <a:srgbClr val="4A90E2"/>
                </a:solidFill>
              </a:defRPr>
            </a:pPr>
            <a:r>
              <a:t>市中心区域: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钟鼓楼广场 - 古都地标，夜景迷人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回民街 - 美食天堂，体验当地小吃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西安城墙 - 保存最完整的古代城垣</a:t>
            </a:r>
          </a:p>
          <a:p>
            <a:pPr>
              <a:spcAft>
                <a:spcPts val="400"/>
              </a:spcAft>
              <a:defRPr b="1" sz="1600">
                <a:solidFill>
                  <a:srgbClr val="4A90E2"/>
                </a:solidFill>
              </a:defRPr>
            </a:pPr>
            <a:r>
              <a:t>东部临潼区: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兵马俑 - 世界第八大奇迹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华清宫 - 唐玄宗与杨贵妃的爱情地</a:t>
            </a:r>
          </a:p>
          <a:p>
            <a:pPr>
              <a:spcAft>
                <a:spcPts val="400"/>
              </a:spcAft>
              <a:defRPr b="1" sz="1600">
                <a:solidFill>
                  <a:srgbClr val="4A90E2"/>
                </a:solidFill>
              </a:defRPr>
            </a:pPr>
            <a:r>
              <a:t>南部文化区: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陕西历史博物馆 - 陕西历史文化宝库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大雁塔 - 唐代著名佛塔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• 大唐不夜城 - 盛唐文化体验区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