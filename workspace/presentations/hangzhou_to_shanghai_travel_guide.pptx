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400">
                <a:solidFill>
                  <a:srgbClr val="FFFFFF"/>
                </a:solidFill>
              </a:defRPr>
            </a:pPr>
            <a:r>
              <a:t>上海魔都探索之旅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CCCCCC"/>
                </a:solidFill>
              </a:defRPr>
            </a:pPr>
            <a:r>
              <a:t>杭州-上海七日游详细攻略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CCCC"/>
                </a:solidFill>
              </a:defRPr>
            </a:pPr>
            <a:r>
              <a:t>Travel Guide | 上海旅游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FFFFFF"/>
                </a:solidFill>
              </a:defRPr>
            </a:pPr>
            <a:r>
              <a:t>行程概览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第一天: 抵达上海，游览外滩、南京路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第二天: 上海迪士尼乐园一日游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第三天: 豫园及城隍庙，感受老上海风情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第四天: 上海博物馆，陆家嘴金融区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第五天: 新天地、田子坊文艺小资之旅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第六天: 上海科技馆，世纪公园休闲游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第七天: 自由活动，返程回家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>
                <a:solidFill>
                  <a:srgbClr val="CCCCCC"/>
                </a:solidFill>
              </a:defRPr>
            </a:pPr>
            <a:r>
              <a:t>Day 1-7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第一天：经典上海印象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上午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从杭州出发，乘坐高铁抵达上海（约1小时）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下午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游览外滩，欣赏万国建筑博览群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傍晚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517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漫步南京路步行街，体验繁华商业街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晚上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291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在外滩欣赏浦东陆家嘴夜景灯光秀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第二天：梦幻迪士尼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全天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上海迪士尼乐园一日游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上午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优先体验创极速光轮、雷鸣山漂流等热门项目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下午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517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观看花车巡游，体验各类主题园区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晚上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291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欣赏绚烂烟花表演结束完美一天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第三天：老上海风情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上午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游览豫园古典园林，欣赏江南园林之美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中午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在城隍庙小吃街品尝地道上海美食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下午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517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逛豫园商城，选购特色纪念品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傍晚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291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漫步十六铺码头，感受老上海码头文化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第四天：文化与现代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上午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参观上海博物馆，领略中华文明精华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下午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游览陆家嘴金融区，登上上海中心观景台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傍晚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517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在东方明珠塔或环球金融中心欣赏夜景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晚上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291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在陆家嘴享用高端江景晚餐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第五天：文艺小资之旅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上午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漫步新天地，感受石库门建筑改造典范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中午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在新天地品味精致本帮菜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下午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517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逛田子坊创意园区，探寻艺术小店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晚上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291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在田子坊享受创意料理或酒吧文化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第六天：科普休闲之旅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上午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参观上海科技馆，体验前沿科技魅力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中午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在科技馆附近用餐休息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下午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517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游览世纪公园，享受都市绿洲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傍晚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291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在世纪公园欣赏夕阳，或体验户外活动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第七天：返程 &amp; 旅行贴士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上午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自由活动，购买特产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下午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前往火车站/机场，返回杭州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旅行贴士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交通: 市内建议使用地铁，一日票50元无限次乘坐，便捷高效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美食: 小笼包、生煎包、蟹粉小笼、白切鸡、糖醋排骨等上海本帮菜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住宿: 建议选择人民广场、静安寺或陆家嘴附近，交通便利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门票: 迪士尼平日票价435元，豫园门票40元，上海博物馆免费(需预约)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上海主要景点分布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b="1" sz="1600">
                <a:solidFill>
                  <a:srgbClr val="4A90E2"/>
                </a:solidFill>
              </a:defRPr>
            </a:pPr>
            <a:r>
              <a:t>市中心区域: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• 外滩 - 万国建筑群，黄浦江夜景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• 南京路步行街 - 百年商业街，繁华购物区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• 人民广场 - 市中心地标，交通枢纽</a:t>
            </a:r>
          </a:p>
          <a:p>
            <a:pPr>
              <a:spcAft>
                <a:spcPts val="400"/>
              </a:spcAft>
              <a:defRPr b="1" sz="1600">
                <a:solidFill>
                  <a:srgbClr val="4A90E2"/>
                </a:solidFill>
              </a:defRPr>
            </a:pPr>
            <a:r>
              <a:t>浦东新区: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• 陆家嘴 - 摩天大楼群，金融中心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• 上海中心观景台 - 中国最高观景台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• 东方明珠 - 上海地标建筑</a:t>
            </a:r>
          </a:p>
          <a:p>
            <a:pPr>
              <a:spcAft>
                <a:spcPts val="400"/>
              </a:spcAft>
              <a:defRPr b="1" sz="1600">
                <a:solidFill>
                  <a:srgbClr val="4A90E2"/>
                </a:solidFill>
              </a:defRPr>
            </a:pPr>
            <a:r>
              <a:t>文化历史区: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• 豫园及城隍庙 - 江南古典园林，传统市井文化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• 上海博物馆 - 中华文明艺术宝库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• 新天地 - 石库门建筑群，时尚休闲区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