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红烧肉制作指南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经典中式美食 - 步骤详解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所需食材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五花肉 500克</a:t>
            </a:r>
          </a:p>
          <a:p>
            <a:r>
              <a:t>冰糖 30克</a:t>
            </a:r>
          </a:p>
          <a:p>
            <a:r>
              <a:t>生抽 2汤匙</a:t>
            </a:r>
          </a:p>
          <a:p>
            <a:r>
              <a:t>老抽 1汤匙</a:t>
            </a:r>
          </a:p>
          <a:p>
            <a:r>
              <a:t>料酒 2汤匙</a:t>
            </a:r>
          </a:p>
          <a:p>
            <a:r>
              <a:t>生姜 3片</a:t>
            </a:r>
          </a:p>
          <a:p>
            <a:r>
              <a:t>葱 2根</a:t>
            </a:r>
          </a:p>
          <a:p>
            <a:r>
              <a:t>八角 2颗</a:t>
            </a:r>
          </a:p>
          <a:p>
            <a:r>
              <a:t>桂皮 1小段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准备工作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五花肉切成3厘米见方的块</a:t>
            </a:r>
          </a:p>
          <a:p>
            <a:r>
              <a:t>2. 冷水下锅焯水，去除血沫</a:t>
            </a:r>
          </a:p>
          <a:p>
            <a:r>
              <a:t>3. 捞出洗净备用</a:t>
            </a:r>
          </a:p>
          <a:p>
            <a:r>
              <a:t>4. 准备调料：姜切片，葱打结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烹饪步骤 - 第一部分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热锅冷油，放入冰糖炒制糖色</a:t>
            </a:r>
          </a:p>
          <a:p>
            <a:r>
              <a:t>2. 糖色呈焦糖色时下入五花肉</a:t>
            </a:r>
          </a:p>
          <a:p>
            <a:r>
              <a:t>3. 大火翻炒至肉块均匀上色</a:t>
            </a:r>
          </a:p>
          <a:p>
            <a:r>
              <a:t>4. 加入料酒继续翻炒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烹饪步骤 - 第二部分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5. 加入生抽、老抽调色调味</a:t>
            </a:r>
          </a:p>
          <a:p>
            <a:r>
              <a:t>6. 加入足量热水没过肉块</a:t>
            </a:r>
          </a:p>
          <a:p>
            <a:r>
              <a:t>7. 放入葱姜和香料</a:t>
            </a:r>
          </a:p>
          <a:p>
            <a:r>
              <a:t>8. 大火烧开后转小火慢炖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收汁完成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9. 慢炖约1小时至肉质软烂</a:t>
            </a:r>
          </a:p>
          <a:p>
            <a:r>
              <a:t>10. 开盖转大火收汁</a:t>
            </a:r>
          </a:p>
          <a:p>
            <a:r>
              <a:t>11. 汤汁浓稠即可关火</a:t>
            </a:r>
          </a:p>
          <a:p>
            <a:r>
              <a:t>12. 装盘撒上葱花装饰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制作要点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选用肥瘦相间的五花肉</a:t>
            </a:r>
          </a:p>
          <a:p>
            <a:r>
              <a:t>• 炒糖色时火候要控制好</a:t>
            </a:r>
          </a:p>
          <a:p>
            <a:r>
              <a:t>• 慢炖让肉质更加软糯</a:t>
            </a:r>
          </a:p>
          <a:p>
            <a:r>
              <a:t>• 最后的收汁步骤很重要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搭配建议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搭配米饭享用</a:t>
            </a:r>
          </a:p>
          <a:p>
            <a:r>
              <a:t>• 配以青菜解腻</a:t>
            </a:r>
          </a:p>
          <a:p>
            <a:r>
              <a:t>• 可加入土豆或鹌鹑蛋同煮</a:t>
            </a:r>
          </a:p>
          <a:p>
            <a:r>
              <a:t>• 是节庆餐桌上的经典菜肴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文化背景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红烧肉是中国经典家常菜</a:t>
            </a:r>
          </a:p>
          <a:p>
            <a:r>
              <a:t>• 起源于江南地区</a:t>
            </a:r>
          </a:p>
          <a:p>
            <a:r>
              <a:t>• 毛泽东主席喜爱的菜品</a:t>
            </a:r>
          </a:p>
          <a:p>
            <a:r>
              <a:t>• 体现了中华饮食文化的精髓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谢谢观看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祝您做出美味的红烧肉！</a:t>
            </a:r>
          </a:p>
          <a:p/>
          <a:p>
            <a:r>
              <a:t>欢迎品尝中国传统美食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