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2A5C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春运返程高峰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2A5CA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这份出行攻略请查收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返程客流概况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返程客流逐渐攀升，正月初六至初八为高峰期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高速公路单日最高流量预计达140万辆次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铁路首个返程高峰日为正月初七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民航高位客流将持续一周，正月初七达峰值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杭州交通运输部门已做好充分准备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天气预警与出行建议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今天杭州天气晴好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明天白天天气转差，傍晚开始至正月初八阴有雨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气温随之下降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正月初九至十一还有一次降水过程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请做好应对降水、大风、低能见度等措施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高速公路出行指南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免费通行于2月23日24时（正月初七）截止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高峰期拥堵路段：G56杭徽高速、G25杭新景高速等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推荐服务区：临安、龙岗、建德、桐庐等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新能源车主需提前规划补能路线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避免长时间排队，可就近驶离高速改走国省道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铁路出行信息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铁路杭州站昨日发送旅客30.5万人次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杭州东站发送旅客约20.2万人次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节后预计发送旅客603万人次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首个返程高峰日：2月23日，预计发送27.3万人次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第二个返程高峰日：3月7日（正月十九），预计发送30.5万人次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安全出行温馨提示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谨慎驾驶，平安出行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关注实时路况，错峰出行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新能源车提前检查车况和电量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智驾是辅助，驾驶要自控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• 随身携带应急工具：安全锤、破窗器等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2026-02-23T04:31:45Z</dcterms:created>
  <dcterms:modified xsi:type="dcterms:W3CDTF">2026-02-23T04:31:45Z</dcterms:modified>
</cp:coreProperties>
</file>