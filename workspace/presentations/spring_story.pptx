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2C2C2C"/>
                </a:solidFill>
              </a:rPr>
              <a:t>春天的故事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2C2C2C"/>
                </a:solidFill>
              </a:rPr>
              <a:t>生机勃勃的季节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87A96B"/>
                </a:solidFill>
              </a:defRPr>
            </a:pPr>
            <a:r>
              <a:t>春天的序曲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2C2C"/>
                </a:solidFill>
              </a:defRPr>
            </a:pPr>
            <a:r>
              <a:t>冬去春来的变化</a:t>
            </a:r>
          </a:p>
          <a:p>
            <a:r>
              <a:t>- 气温回升</a:t>
            </a:r>
          </a:p>
          <a:p>
            <a:r>
              <a:t>- 白昼变长</a:t>
            </a:r>
          </a:p>
          <a:p>
            <a:r>
              <a:t>- 生命复苏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87A96B"/>
                </a:solidFill>
              </a:defRPr>
            </a:pPr>
            <a:r>
              <a:t>大地苏醒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2C2C"/>
                </a:solidFill>
              </a:defRPr>
            </a:pPr>
            <a:r>
              <a:t>植物的复苏与生长</a:t>
            </a:r>
          </a:p>
          <a:p>
            <a:r>
              <a:t>- 芽苞初绽</a:t>
            </a:r>
          </a:p>
          <a:p>
            <a:r>
              <a:t>- 新绿满枝</a:t>
            </a:r>
          </a:p>
          <a:p>
            <a:r>
              <a:t>- 花蕾含苞待放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87A96B"/>
                </a:solidFill>
              </a:defRPr>
            </a:pPr>
            <a:r>
              <a:t>动物归来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2C2C"/>
                </a:solidFill>
              </a:defRPr>
            </a:pPr>
            <a:r>
              <a:t>春天里的动物世界</a:t>
            </a:r>
          </a:p>
          <a:p>
            <a:r>
              <a:t>- 候鸟归巢</a:t>
            </a:r>
          </a:p>
          <a:p>
            <a:r>
              <a:t>- 昆虫苏醒</a:t>
            </a:r>
          </a:p>
          <a:p>
            <a:r>
              <a:t>- 动物繁殖季节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87A96B"/>
                </a:solidFill>
              </a:defRPr>
            </a:pPr>
            <a:r>
              <a:t>春雨滋润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2C2C"/>
                </a:solidFill>
              </a:defRPr>
            </a:pPr>
            <a:r>
              <a:t>雨水对生命的意义</a:t>
            </a:r>
          </a:p>
          <a:p>
            <a:r>
              <a:t>- 滋润土壤</a:t>
            </a:r>
          </a:p>
          <a:p>
            <a:r>
              <a:t>- 催发新芽</a:t>
            </a:r>
          </a:p>
          <a:p>
            <a:r>
              <a:t>- 清洗尘埃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87A96B"/>
                </a:solidFill>
              </a:defRPr>
            </a:pPr>
            <a:r>
              <a:t>花开满园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2C2C"/>
                </a:solidFill>
              </a:defRPr>
            </a:pPr>
            <a:r>
              <a:t>各种春花竞相绽放</a:t>
            </a:r>
          </a:p>
          <a:p>
            <a:r>
              <a:t>- 桃花</a:t>
            </a:r>
          </a:p>
          <a:p>
            <a:r>
              <a:t>- 樱花</a:t>
            </a:r>
          </a:p>
          <a:p>
            <a:r>
              <a:t>- 梨花</a:t>
            </a:r>
          </a:p>
          <a:p>
            <a:r>
              <a:t>- 迎春花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87A96B"/>
                </a:solidFill>
              </a:defRPr>
            </a:pPr>
            <a:r>
              <a:t>人们迎接春天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2C2C"/>
                </a:solidFill>
              </a:defRPr>
            </a:pPr>
            <a:r>
              <a:t>春季活动与习俗</a:t>
            </a:r>
          </a:p>
          <a:p>
            <a:r>
              <a:t>- 踏青郊游</a:t>
            </a:r>
          </a:p>
          <a:p>
            <a:r>
              <a:t>- 种植花草</a:t>
            </a:r>
          </a:p>
          <a:p>
            <a:r>
              <a:t>- 放风筝</a:t>
            </a:r>
          </a:p>
          <a:p>
            <a:r>
              <a:t>- 春季清洁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87A96B"/>
                </a:solidFill>
              </a:defRPr>
            </a:pPr>
            <a:r>
              <a:t>春天的色彩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2C2C"/>
                </a:solidFill>
              </a:defRPr>
            </a:pPr>
            <a:r>
              <a:t>自然界的缤纷色彩</a:t>
            </a:r>
          </a:p>
          <a:p>
            <a:r>
              <a:t>- 新绿</a:t>
            </a:r>
          </a:p>
          <a:p>
            <a:r>
              <a:t>- 淡粉</a:t>
            </a:r>
          </a:p>
          <a:p>
            <a:r>
              <a:t>- 天蓝</a:t>
            </a:r>
          </a:p>
          <a:p>
            <a:r>
              <a:t>- 柠檬黄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87A96B"/>
                </a:solidFill>
              </a:defRPr>
            </a:pPr>
            <a:r>
              <a:t>春天的寓意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2C2C"/>
                </a:solidFill>
              </a:defRPr>
            </a:pPr>
            <a:r>
              <a:t>新生与希望的象征</a:t>
            </a:r>
          </a:p>
          <a:p>
            <a:r>
              <a:t>- 新开始</a:t>
            </a:r>
          </a:p>
          <a:p>
            <a:r>
              <a:t>- 成长机会</a:t>
            </a:r>
          </a:p>
          <a:p>
            <a:r>
              <a:t>- 生命力</a:t>
            </a:r>
          </a:p>
          <a:p>
            <a:r>
              <a:t>- 乐观精神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87A96B"/>
                </a:solidFill>
              </a:defRPr>
            </a:pPr>
            <a:r>
              <a:t>感受春天的美好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2C2C2C"/>
                </a:solidFill>
              </a:defRPr>
            </a:pPr>
            <a:r>
              <a:t>让我们一起</a:t>
            </a:r>
          </a:p>
          <a:p>
            <a:r>
              <a:t>欣赏春天的美景</a:t>
            </a:r>
          </a:p>
          <a:p>
            <a:r>
              <a:t>感受生命的活力</a:t>
            </a:r>
          </a:p>
          <a:p>
            <a:r>
              <a:t>拥抱新的开始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